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  <p1510:client id="{DB6DA42A-7068-4790-B4E7-358C9715504E}" v="5" dt="2020-04-30T10:45:1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DB6DA42A-7068-4790-B4E7-358C9715504E}"/>
    <pc:docChg chg="addSld delSld modSld sldOrd">
      <pc:chgData name="Tanvir Ahmed" userId="5fa9bf89-1556-4927-a8e9-24c5d464f299" providerId="ADAL" clId="{DB6DA42A-7068-4790-B4E7-358C9715504E}" dt="2020-04-30T10:51:50.720" v="31" actId="20577"/>
      <pc:docMkLst>
        <pc:docMk/>
      </pc:docMkLst>
      <pc:sldChg chg="modSp">
        <pc:chgData name="Tanvir Ahmed" userId="5fa9bf89-1556-4927-a8e9-24c5d464f299" providerId="ADAL" clId="{DB6DA42A-7068-4790-B4E7-358C9715504E}" dt="2020-04-30T10:51:50.720" v="31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DB6DA42A-7068-4790-B4E7-358C9715504E}" dt="2020-04-30T10:51:50.720" v="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DB6DA42A-7068-4790-B4E7-358C9715504E}" dt="2020-04-30T10:44:32.657" v="1" actId="20577"/>
        <pc:sldMkLst>
          <pc:docMk/>
          <pc:sldMk cId="424874041" sldId="257"/>
        </pc:sldMkLst>
        <pc:spChg chg="mod">
          <ac:chgData name="Tanvir Ahmed" userId="5fa9bf89-1556-4927-a8e9-24c5d464f299" providerId="ADAL" clId="{DB6DA42A-7068-4790-B4E7-358C9715504E}" dt="2020-04-30T10:44:32.657" v="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DB6DA42A-7068-4790-B4E7-358C9715504E}" dt="2020-04-30T10:45:43.426" v="11" actId="2696"/>
        <pc:sldMkLst>
          <pc:docMk/>
          <pc:sldMk cId="2823762119" sldId="258"/>
        </pc:sldMkLst>
      </pc:sldChg>
      <pc:sldChg chg="addSp delSp modSp del">
        <pc:chgData name="Tanvir Ahmed" userId="5fa9bf89-1556-4927-a8e9-24c5d464f299" providerId="ADAL" clId="{DB6DA42A-7068-4790-B4E7-358C9715504E}" dt="2020-04-30T10:45:43.388" v="7" actId="2696"/>
        <pc:sldMkLst>
          <pc:docMk/>
          <pc:sldMk cId="2134390752" sldId="266"/>
        </pc:sldMkLst>
        <pc:graphicFrameChg chg="add del mod">
          <ac:chgData name="Tanvir Ahmed" userId="5fa9bf89-1556-4927-a8e9-24c5d464f299" providerId="ADAL" clId="{DB6DA42A-7068-4790-B4E7-358C9715504E}" dt="2020-04-30T10:44:48.527" v="3"/>
          <ac:graphicFrameMkLst>
            <pc:docMk/>
            <pc:sldMk cId="2134390752" sldId="266"/>
            <ac:graphicFrameMk id="3" creationId="{EF4B03EF-7145-41DF-902C-EB3D8A0F037A}"/>
          </ac:graphicFrameMkLst>
        </pc:graphicFrameChg>
      </pc:sldChg>
      <pc:sldChg chg="del">
        <pc:chgData name="Tanvir Ahmed" userId="5fa9bf89-1556-4927-a8e9-24c5d464f299" providerId="ADAL" clId="{DB6DA42A-7068-4790-B4E7-358C9715504E}" dt="2020-04-30T10:45:43.397" v="8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DB6DA42A-7068-4790-B4E7-358C9715504E}" dt="2020-04-30T10:45:43.408" v="9" actId="2696"/>
        <pc:sldMkLst>
          <pc:docMk/>
          <pc:sldMk cId="1844210163" sldId="268"/>
        </pc:sldMkLst>
      </pc:sldChg>
      <pc:sldChg chg="del">
        <pc:chgData name="Tanvir Ahmed" userId="5fa9bf89-1556-4927-a8e9-24c5d464f299" providerId="ADAL" clId="{DB6DA42A-7068-4790-B4E7-358C9715504E}" dt="2020-04-30T10:45:43.414" v="10" actId="2696"/>
        <pc:sldMkLst>
          <pc:docMk/>
          <pc:sldMk cId="1083068446" sldId="269"/>
        </pc:sldMkLst>
      </pc:sldChg>
      <pc:sldChg chg="del">
        <pc:chgData name="Tanvir Ahmed" userId="5fa9bf89-1556-4927-a8e9-24c5d464f299" providerId="ADAL" clId="{DB6DA42A-7068-4790-B4E7-358C9715504E}" dt="2020-04-30T10:45:43.435" v="12" actId="2696"/>
        <pc:sldMkLst>
          <pc:docMk/>
          <pc:sldMk cId="3563437121" sldId="270"/>
        </pc:sldMkLst>
      </pc:sldChg>
      <pc:sldChg chg="del">
        <pc:chgData name="Tanvir Ahmed" userId="5fa9bf89-1556-4927-a8e9-24c5d464f299" providerId="ADAL" clId="{DB6DA42A-7068-4790-B4E7-358C9715504E}" dt="2020-04-30T10:45:43.449" v="13" actId="2696"/>
        <pc:sldMkLst>
          <pc:docMk/>
          <pc:sldMk cId="434394984" sldId="271"/>
        </pc:sldMkLst>
      </pc:sldChg>
      <pc:sldChg chg="del">
        <pc:chgData name="Tanvir Ahmed" userId="5fa9bf89-1556-4927-a8e9-24c5d464f299" providerId="ADAL" clId="{DB6DA42A-7068-4790-B4E7-358C9715504E}" dt="2020-04-30T10:45:43.461" v="14" actId="2696"/>
        <pc:sldMkLst>
          <pc:docMk/>
          <pc:sldMk cId="2796121990" sldId="272"/>
        </pc:sldMkLst>
      </pc:sldChg>
      <pc:sldChg chg="del">
        <pc:chgData name="Tanvir Ahmed" userId="5fa9bf89-1556-4927-a8e9-24c5d464f299" providerId="ADAL" clId="{DB6DA42A-7068-4790-B4E7-358C9715504E}" dt="2020-04-30T10:45:43.472" v="15" actId="2696"/>
        <pc:sldMkLst>
          <pc:docMk/>
          <pc:sldMk cId="1151346342" sldId="273"/>
        </pc:sldMkLst>
      </pc:sldChg>
      <pc:sldChg chg="del">
        <pc:chgData name="Tanvir Ahmed" userId="5fa9bf89-1556-4927-a8e9-24c5d464f299" providerId="ADAL" clId="{DB6DA42A-7068-4790-B4E7-358C9715504E}" dt="2020-04-30T10:45:43.483" v="16" actId="2696"/>
        <pc:sldMkLst>
          <pc:docMk/>
          <pc:sldMk cId="990919917" sldId="274"/>
        </pc:sldMkLst>
      </pc:sldChg>
      <pc:sldChg chg="del">
        <pc:chgData name="Tanvir Ahmed" userId="5fa9bf89-1556-4927-a8e9-24c5d464f299" providerId="ADAL" clId="{DB6DA42A-7068-4790-B4E7-358C9715504E}" dt="2020-04-30T10:45:43.491" v="17" actId="2696"/>
        <pc:sldMkLst>
          <pc:docMk/>
          <pc:sldMk cId="210176247" sldId="275"/>
        </pc:sldMkLst>
      </pc:sldChg>
      <pc:sldChg chg="del">
        <pc:chgData name="Tanvir Ahmed" userId="5fa9bf89-1556-4927-a8e9-24c5d464f299" providerId="ADAL" clId="{DB6DA42A-7068-4790-B4E7-358C9715504E}" dt="2020-04-30T10:45:43.499" v="18" actId="2696"/>
        <pc:sldMkLst>
          <pc:docMk/>
          <pc:sldMk cId="3054597525" sldId="276"/>
        </pc:sldMkLst>
      </pc:sldChg>
      <pc:sldChg chg="del">
        <pc:chgData name="Tanvir Ahmed" userId="5fa9bf89-1556-4927-a8e9-24c5d464f299" providerId="ADAL" clId="{DB6DA42A-7068-4790-B4E7-358C9715504E}" dt="2020-04-30T10:45:43.508" v="19" actId="2696"/>
        <pc:sldMkLst>
          <pc:docMk/>
          <pc:sldMk cId="2662945489" sldId="277"/>
        </pc:sldMkLst>
      </pc:sldChg>
      <pc:sldChg chg="del">
        <pc:chgData name="Tanvir Ahmed" userId="5fa9bf89-1556-4927-a8e9-24c5d464f299" providerId="ADAL" clId="{DB6DA42A-7068-4790-B4E7-358C9715504E}" dt="2020-04-30T10:45:43.518" v="20" actId="2696"/>
        <pc:sldMkLst>
          <pc:docMk/>
          <pc:sldMk cId="2548848223" sldId="278"/>
        </pc:sldMkLst>
      </pc:sldChg>
      <pc:sldChg chg="del">
        <pc:chgData name="Tanvir Ahmed" userId="5fa9bf89-1556-4927-a8e9-24c5d464f299" providerId="ADAL" clId="{DB6DA42A-7068-4790-B4E7-358C9715504E}" dt="2020-04-30T10:45:43.533" v="21" actId="2696"/>
        <pc:sldMkLst>
          <pc:docMk/>
          <pc:sldMk cId="915464564" sldId="279"/>
        </pc:sldMkLst>
      </pc:sldChg>
      <pc:sldChg chg="del">
        <pc:chgData name="Tanvir Ahmed" userId="5fa9bf89-1556-4927-a8e9-24c5d464f299" providerId="ADAL" clId="{DB6DA42A-7068-4790-B4E7-358C9715504E}" dt="2020-04-30T10:45:43.546" v="22" actId="2696"/>
        <pc:sldMkLst>
          <pc:docMk/>
          <pc:sldMk cId="810716952" sldId="280"/>
        </pc:sldMkLst>
      </pc:sldChg>
      <pc:sldChg chg="del">
        <pc:chgData name="Tanvir Ahmed" userId="5fa9bf89-1556-4927-a8e9-24c5d464f299" providerId="ADAL" clId="{DB6DA42A-7068-4790-B4E7-358C9715504E}" dt="2020-04-30T10:45:43.555" v="23" actId="2696"/>
        <pc:sldMkLst>
          <pc:docMk/>
          <pc:sldMk cId="3236924561" sldId="281"/>
        </pc:sldMkLst>
      </pc:sldChg>
      <pc:sldChg chg="del">
        <pc:chgData name="Tanvir Ahmed" userId="5fa9bf89-1556-4927-a8e9-24c5d464f299" providerId="ADAL" clId="{DB6DA42A-7068-4790-B4E7-358C9715504E}" dt="2020-04-30T10:45:43.565" v="24" actId="2696"/>
        <pc:sldMkLst>
          <pc:docMk/>
          <pc:sldMk cId="1863200963" sldId="282"/>
        </pc:sldMkLst>
      </pc:sldChg>
      <pc:sldChg chg="del">
        <pc:chgData name="Tanvir Ahmed" userId="5fa9bf89-1556-4927-a8e9-24c5d464f299" providerId="ADAL" clId="{DB6DA42A-7068-4790-B4E7-358C9715504E}" dt="2020-04-30T10:45:43.613" v="26" actId="2696"/>
        <pc:sldMkLst>
          <pc:docMk/>
          <pc:sldMk cId="3532267386" sldId="283"/>
        </pc:sldMkLst>
      </pc:sldChg>
      <pc:sldChg chg="del">
        <pc:chgData name="Tanvir Ahmed" userId="5fa9bf89-1556-4927-a8e9-24c5d464f299" providerId="ADAL" clId="{DB6DA42A-7068-4790-B4E7-358C9715504E}" dt="2020-04-30T10:45:43.628" v="27" actId="2696"/>
        <pc:sldMkLst>
          <pc:docMk/>
          <pc:sldMk cId="4220900740" sldId="284"/>
        </pc:sldMkLst>
      </pc:sldChg>
      <pc:sldChg chg="del ord">
        <pc:chgData name="Tanvir Ahmed" userId="5fa9bf89-1556-4927-a8e9-24c5d464f299" providerId="ADAL" clId="{DB6DA42A-7068-4790-B4E7-358C9715504E}" dt="2020-04-30T10:45:43.588" v="25" actId="2696"/>
        <pc:sldMkLst>
          <pc:docMk/>
          <pc:sldMk cId="511509548" sldId="285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61875079" sldId="286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19377470" sldId="287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1744785842" sldId="288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3143269072" sldId="289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98490645" sldId="290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43:36.805" v="10" actId="2696"/>
      <pc:docMkLst>
        <pc:docMk/>
      </pc:docMkLst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  <pc:docChgLst>
    <pc:chgData name="Tanvir Ahmed" userId="5fa9bf89-1556-4927-a8e9-24c5d464f299" providerId="ADAL" clId="{FD252C03-E43F-4B0F-AB1C-39DF6BFE4A61}"/>
    <pc:docChg chg="custSel modSld">
      <pc:chgData name="Tanvir Ahmed" userId="5fa9bf89-1556-4927-a8e9-24c5d464f299" providerId="ADAL" clId="{FD252C03-E43F-4B0F-AB1C-39DF6BFE4A61}" dt="2020-04-30T10:55:05.808" v="9" actId="27636"/>
      <pc:docMkLst>
        <pc:docMk/>
      </pc:docMkLst>
      <pc:sldChg chg="modSp">
        <pc:chgData name="Tanvir Ahmed" userId="5fa9bf89-1556-4927-a8e9-24c5d464f299" providerId="ADAL" clId="{FD252C03-E43F-4B0F-AB1C-39DF6BFE4A61}" dt="2020-04-30T10:55:05.808" v="9" actId="27636"/>
        <pc:sldMkLst>
          <pc:docMk/>
          <pc:sldMk cId="700707328" sldId="256"/>
        </pc:sldMkLst>
        <pc:spChg chg="mod">
          <ac:chgData name="Tanvir Ahmed" userId="5fa9bf89-1556-4927-a8e9-24c5d464f299" providerId="ADAL" clId="{FD252C03-E43F-4B0F-AB1C-39DF6BFE4A61}" dt="2020-04-30T10:55:05.808" v="9" actId="27636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JavaScript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387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 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Events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037375"/>
            <a:ext cx="8213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HTML events are things those happen to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are some examples of HTML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web page has finished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input field was 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button was clicked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allows event handler attributes, </a:t>
            </a:r>
            <a:r>
              <a:rPr lang="en-US" b="1" dirty="0"/>
              <a:t>with JavaScript code</a:t>
            </a:r>
            <a:r>
              <a:rPr lang="en-US" dirty="0"/>
              <a:t>, to be added to HTML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/>
              <a:t>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above code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attribute handler event.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is JavaScript code which will execute on button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JS codes as attributes is difficult we will call </a:t>
            </a:r>
            <a:r>
              <a:rPr lang="en-US" b="1" dirty="0"/>
              <a:t>functions</a:t>
            </a:r>
            <a:r>
              <a:rPr lang="en-US" dirty="0"/>
              <a:t> instead.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Common Events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5E8A0A-4E8D-4927-97A1-CB8360397BF9}"/>
              </a:ext>
            </a:extLst>
          </p:cNvPr>
          <p:cNvGraphicFramePr>
            <a:graphicFrameLocks noGrp="1"/>
          </p:cNvGraphicFramePr>
          <p:nvPr/>
        </p:nvGraphicFramePr>
        <p:xfrm>
          <a:off x="460375" y="1326243"/>
          <a:ext cx="5985581" cy="3142008"/>
        </p:xfrm>
        <a:graphic>
          <a:graphicData uri="http://schemas.openxmlformats.org/drawingml/2006/table">
            <a:tbl>
              <a:tblPr/>
              <a:tblGrid>
                <a:gridCol w="1319686">
                  <a:extLst>
                    <a:ext uri="{9D8B030D-6E8A-4147-A177-3AD203B41FA5}">
                      <a16:colId xmlns:a16="http://schemas.microsoft.com/office/drawing/2014/main" val="3786126234"/>
                    </a:ext>
                  </a:extLst>
                </a:gridCol>
                <a:gridCol w="4665895">
                  <a:extLst>
                    <a:ext uri="{9D8B030D-6E8A-4147-A177-3AD203B41FA5}">
                      <a16:colId xmlns:a16="http://schemas.microsoft.com/office/drawing/2014/main" val="3105642420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Event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25094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onchange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An HTML element has been changed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3579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onclick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clicks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330792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onmouseover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user moves the mouse over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894103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onmouseout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moves the mouse away from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35983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onkeydown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pushes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63492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onload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browser has finished loading the page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2011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onkeyup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When user releases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0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8A9843-43FA-4B44-A9B4-5E274CED3EB0}"/>
              </a:ext>
            </a:extLst>
          </p:cNvPr>
          <p:cNvSpPr txBox="1"/>
          <p:nvPr/>
        </p:nvSpPr>
        <p:spPr>
          <a:xfrm>
            <a:off x="460375" y="4854222"/>
            <a:ext cx="70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https://www.w3schools.com/jsref/dom_obj_event.asp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138976"/>
            <a:ext cx="82137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JavaScript function is a block of code designed to perform a particular task.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Functions are called when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somethin</a:t>
            </a:r>
            <a:r>
              <a:rPr lang="en-US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 invoke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 JavaScript function is defined with the function keyword, followed by a name, followed by parentheses 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Function names can contain letters, digits, underscores, and dollar signs (same rules as variables).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parentheses may include parameter names separated by commas: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i="1" dirty="0"/>
              <a:t>parameter1, parameter2, ...</a:t>
            </a:r>
            <a:r>
              <a:rPr lang="en-US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Inside the function, the arguments (the parameters) behave as local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 Invocations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event occurs (when a user clicks a button)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invoked (called) from JavaScript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(self invoked)</a:t>
            </a: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Writing JS codes in  html element like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&lt;/button&gt;</a:t>
            </a:r>
          </a:p>
          <a:p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       is difficult. That’s why its better to write functions and call them in event.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Analyze the below code.</a:t>
            </a:r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CCBB-7DA9-4E0E-899D-064D656B5365}"/>
              </a:ext>
            </a:extLst>
          </p:cNvPr>
          <p:cNvSpPr txBox="1"/>
          <p:nvPr/>
        </p:nvSpPr>
        <p:spPr>
          <a:xfrm>
            <a:off x="451556" y="3581529"/>
            <a:ext cx="82408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('demo').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innerHTML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'Clicked';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	}</a:t>
            </a:r>
            <a:b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&lt;button 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="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Click Me&lt;/button&gt;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0EAAC5-3C91-4CEE-8107-EFD4E384A906}"/>
              </a:ext>
            </a:extLst>
          </p:cNvPr>
          <p:cNvCxnSpPr>
            <a:cxnSpLocks/>
          </p:cNvCxnSpPr>
          <p:nvPr/>
        </p:nvCxnSpPr>
        <p:spPr>
          <a:xfrm flipV="1">
            <a:off x="4163627" y="3835153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00225A-6B4E-40BB-87A7-90FD31BFD828}"/>
              </a:ext>
            </a:extLst>
          </p:cNvPr>
          <p:cNvCxnSpPr>
            <a:cxnSpLocks/>
          </p:cNvCxnSpPr>
          <p:nvPr/>
        </p:nvCxnSpPr>
        <p:spPr>
          <a:xfrm flipV="1">
            <a:off x="4316027" y="5372469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C9F2DA-0E6E-4B2B-BA26-8E890EA00E5D}"/>
              </a:ext>
            </a:extLst>
          </p:cNvPr>
          <p:cNvSpPr txBox="1"/>
          <p:nvPr/>
        </p:nvSpPr>
        <p:spPr>
          <a:xfrm>
            <a:off x="6792896" y="3581529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296DD-CF31-4581-AC00-00BF2C8D097F}"/>
              </a:ext>
            </a:extLst>
          </p:cNvPr>
          <p:cNvSpPr txBox="1"/>
          <p:nvPr/>
        </p:nvSpPr>
        <p:spPr>
          <a:xfrm>
            <a:off x="6792897" y="5155168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Invocation</a:t>
            </a:r>
          </a:p>
        </p:txBody>
      </p:sp>
    </p:spTree>
    <p:extLst>
      <p:ext uri="{BB962C8B-B14F-4D97-AF65-F5344CB8AC3E}">
        <p14:creationId xmlns:p14="http://schemas.microsoft.com/office/powerpoint/2010/main" val="314326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 functions JS has to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return value from a function use return keyword and it will return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() Operator Invokes the Function. Without () will return the function object instead of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Functions also be used as the same way as variables in all type of formulas, assignments and calculations.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10 +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 + 12;//x will hold the expression result 34 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return a * b;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}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&lt;/script&gt;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117ED-7C70-4533-BC80-F89D6D85A9C2}"/>
              </a:ext>
            </a:extLst>
          </p:cNvPr>
          <p:cNvSpPr txBox="1"/>
          <p:nvPr/>
        </p:nvSpPr>
        <p:spPr>
          <a:xfrm>
            <a:off x="158593" y="1787463"/>
            <a:ext cx="8240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3);//x will hold the returned value 12 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	   return a * b;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}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84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C8C8B8-3DC9-48DD-89FD-6DE8A05F4A6C}"/>
</file>

<file path=customXml/itemProps2.xml><?xml version="1.0" encoding="utf-8"?>
<ds:datastoreItem xmlns:ds="http://schemas.openxmlformats.org/officeDocument/2006/customXml" ds:itemID="{10DE9480-90F4-4F75-B932-E84170D9ECF4}"/>
</file>

<file path=customXml/itemProps3.xml><?xml version="1.0" encoding="utf-8"?>
<ds:datastoreItem xmlns:ds="http://schemas.openxmlformats.org/officeDocument/2006/customXml" ds:itemID="{27FA30CC-A1A6-4BE2-9B3F-070B293B7008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897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Corbel</vt:lpstr>
      <vt:lpstr>Wingdings</vt:lpstr>
      <vt:lpstr>Spectrum</vt:lpstr>
      <vt:lpstr>JavaScript Events</vt:lpstr>
      <vt:lpstr>Lecture Outline</vt:lpstr>
      <vt:lpstr>JS Events</vt:lpstr>
      <vt:lpstr>PowerPoint Presentation</vt:lpstr>
      <vt:lpstr>JS Functions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89</cp:revision>
  <dcterms:created xsi:type="dcterms:W3CDTF">2018-12-10T17:20:29Z</dcterms:created>
  <dcterms:modified xsi:type="dcterms:W3CDTF">2022-05-24T14:59:38Z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