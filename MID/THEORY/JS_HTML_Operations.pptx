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91" r:id="rId4"/>
    <p:sldId id="297" r:id="rId5"/>
    <p:sldId id="295" r:id="rId6"/>
    <p:sldId id="296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EFCBC6-C008-4B8D-B5C5-F6AB708C1DFC}" v="63" dt="2020-04-30T10:44:03.807"/>
    <p1510:client id="{EB0DE313-FB7E-4F48-BF94-17BC251B79DF}" v="16" dt="2020-04-30T11:11:47.5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vir Ahmed" userId="5fa9bf89-1556-4927-a8e9-24c5d464f299" providerId="ADAL" clId="{EB0DE313-FB7E-4F48-BF94-17BC251B79DF}"/>
    <pc:docChg chg="undo custSel addSld delSld modSld">
      <pc:chgData name="Tanvir Ahmed" userId="5fa9bf89-1556-4927-a8e9-24c5d464f299" providerId="ADAL" clId="{EB0DE313-FB7E-4F48-BF94-17BC251B79DF}" dt="2020-04-30T11:11:55.490" v="173" actId="1076"/>
      <pc:docMkLst>
        <pc:docMk/>
      </pc:docMkLst>
      <pc:sldChg chg="modSp">
        <pc:chgData name="Tanvir Ahmed" userId="5fa9bf89-1556-4927-a8e9-24c5d464f299" providerId="ADAL" clId="{EB0DE313-FB7E-4F48-BF94-17BC251B79DF}" dt="2020-04-30T11:09:47.019" v="140" actId="27636"/>
        <pc:sldMkLst>
          <pc:docMk/>
          <pc:sldMk cId="700707328" sldId="256"/>
        </pc:sldMkLst>
        <pc:spChg chg="mod">
          <ac:chgData name="Tanvir Ahmed" userId="5fa9bf89-1556-4927-a8e9-24c5d464f299" providerId="ADAL" clId="{EB0DE313-FB7E-4F48-BF94-17BC251B79DF}" dt="2020-04-30T11:09:47.019" v="140" actId="27636"/>
          <ac:spMkLst>
            <pc:docMk/>
            <pc:sldMk cId="700707328" sldId="256"/>
            <ac:spMk id="2" creationId="{00000000-0000-0000-0000-000000000000}"/>
          </ac:spMkLst>
        </pc:spChg>
      </pc:sldChg>
      <pc:sldChg chg="modSp">
        <pc:chgData name="Tanvir Ahmed" userId="5fa9bf89-1556-4927-a8e9-24c5d464f299" providerId="ADAL" clId="{EB0DE313-FB7E-4F48-BF94-17BC251B79DF}" dt="2020-04-30T11:09:31.494" v="104" actId="20577"/>
        <pc:sldMkLst>
          <pc:docMk/>
          <pc:sldMk cId="424874041" sldId="257"/>
        </pc:sldMkLst>
        <pc:spChg chg="mod">
          <ac:chgData name="Tanvir Ahmed" userId="5fa9bf89-1556-4927-a8e9-24c5d464f299" providerId="ADAL" clId="{EB0DE313-FB7E-4F48-BF94-17BC251B79DF}" dt="2020-04-30T11:09:31.494" v="104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EB0DE313-FB7E-4F48-BF94-17BC251B79DF}" dt="2020-04-30T11:10:05.130" v="147" actId="2696"/>
        <pc:sldMkLst>
          <pc:docMk/>
          <pc:sldMk cId="2134390752" sldId="266"/>
        </pc:sldMkLst>
      </pc:sldChg>
      <pc:sldChg chg="del">
        <pc:chgData name="Tanvir Ahmed" userId="5fa9bf89-1556-4927-a8e9-24c5d464f299" providerId="ADAL" clId="{EB0DE313-FB7E-4F48-BF94-17BC251B79DF}" dt="2020-04-30T11:10:05.127" v="145" actId="2696"/>
        <pc:sldMkLst>
          <pc:docMk/>
          <pc:sldMk cId="3132154582" sldId="267"/>
        </pc:sldMkLst>
      </pc:sldChg>
      <pc:sldChg chg="del">
        <pc:chgData name="Tanvir Ahmed" userId="5fa9bf89-1556-4927-a8e9-24c5d464f299" providerId="ADAL" clId="{EB0DE313-FB7E-4F48-BF94-17BC251B79DF}" dt="2020-04-30T11:10:05.129" v="146" actId="2696"/>
        <pc:sldMkLst>
          <pc:docMk/>
          <pc:sldMk cId="3949484887" sldId="268"/>
        </pc:sldMkLst>
      </pc:sldChg>
      <pc:sldChg chg="del">
        <pc:chgData name="Tanvir Ahmed" userId="5fa9bf89-1556-4927-a8e9-24c5d464f299" providerId="ADAL" clId="{EB0DE313-FB7E-4F48-BF94-17BC251B79DF}" dt="2020-04-30T11:10:05.126" v="144" actId="2696"/>
        <pc:sldMkLst>
          <pc:docMk/>
          <pc:sldMk cId="3920202129" sldId="269"/>
        </pc:sldMkLst>
      </pc:sldChg>
      <pc:sldChg chg="del">
        <pc:chgData name="Tanvir Ahmed" userId="5fa9bf89-1556-4927-a8e9-24c5d464f299" providerId="ADAL" clId="{EB0DE313-FB7E-4F48-BF94-17BC251B79DF}" dt="2020-04-30T11:10:05.125" v="143" actId="2696"/>
        <pc:sldMkLst>
          <pc:docMk/>
          <pc:sldMk cId="3816110142" sldId="270"/>
        </pc:sldMkLst>
      </pc:sldChg>
      <pc:sldChg chg="del">
        <pc:chgData name="Tanvir Ahmed" userId="5fa9bf89-1556-4927-a8e9-24c5d464f299" providerId="ADAL" clId="{EB0DE313-FB7E-4F48-BF94-17BC251B79DF}" dt="2020-04-30T11:10:05.124" v="142" actId="2696"/>
        <pc:sldMkLst>
          <pc:docMk/>
          <pc:sldMk cId="653146784" sldId="271"/>
        </pc:sldMkLst>
      </pc:sldChg>
      <pc:sldChg chg="addSp delSp modSp">
        <pc:chgData name="Tanvir Ahmed" userId="5fa9bf89-1556-4927-a8e9-24c5d464f299" providerId="ADAL" clId="{EB0DE313-FB7E-4F48-BF94-17BC251B79DF}" dt="2020-04-30T11:09:26.030" v="103" actId="20577"/>
        <pc:sldMkLst>
          <pc:docMk/>
          <pc:sldMk cId="3093467319" sldId="291"/>
        </pc:sldMkLst>
        <pc:spChg chg="mod">
          <ac:chgData name="Tanvir Ahmed" userId="5fa9bf89-1556-4927-a8e9-24c5d464f299" providerId="ADAL" clId="{EB0DE313-FB7E-4F48-BF94-17BC251B79DF}" dt="2020-04-30T11:09:26.030" v="103" actId="20577"/>
          <ac:spMkLst>
            <pc:docMk/>
            <pc:sldMk cId="3093467319" sldId="291"/>
            <ac:spMk id="2" creationId="{00000000-0000-0000-0000-000000000000}"/>
          </ac:spMkLst>
        </pc:spChg>
        <pc:spChg chg="del mod">
          <ac:chgData name="Tanvir Ahmed" userId="5fa9bf89-1556-4927-a8e9-24c5d464f299" providerId="ADAL" clId="{EB0DE313-FB7E-4F48-BF94-17BC251B79DF}" dt="2020-04-30T11:07:29.385" v="40" actId="478"/>
          <ac:spMkLst>
            <pc:docMk/>
            <pc:sldMk cId="3093467319" sldId="291"/>
            <ac:spMk id="3" creationId="{ECAC1FE8-68D3-41C7-BE42-1B3D85271E37}"/>
          </ac:spMkLst>
        </pc:spChg>
        <pc:spChg chg="mod">
          <ac:chgData name="Tanvir Ahmed" userId="5fa9bf89-1556-4927-a8e9-24c5d464f299" providerId="ADAL" clId="{EB0DE313-FB7E-4F48-BF94-17BC251B79DF}" dt="2020-04-30T11:08:17.792" v="65" actId="15"/>
          <ac:spMkLst>
            <pc:docMk/>
            <pc:sldMk cId="3093467319" sldId="291"/>
            <ac:spMk id="4" creationId="{E00A471B-FCB5-3949-B014-0D06C67E41B3}"/>
          </ac:spMkLst>
        </pc:spChg>
        <pc:spChg chg="mod">
          <ac:chgData name="Tanvir Ahmed" userId="5fa9bf89-1556-4927-a8e9-24c5d464f299" providerId="ADAL" clId="{EB0DE313-FB7E-4F48-BF94-17BC251B79DF}" dt="2020-04-30T11:07:04.421" v="35" actId="20577"/>
          <ac:spMkLst>
            <pc:docMk/>
            <pc:sldMk cId="3093467319" sldId="291"/>
            <ac:spMk id="5" creationId="{3322CB79-31E6-2043-9768-6699756B1FD4}"/>
          </ac:spMkLst>
        </pc:spChg>
        <pc:graphicFrameChg chg="add mod modGraphic">
          <ac:chgData name="Tanvir Ahmed" userId="5fa9bf89-1556-4927-a8e9-24c5d464f299" providerId="ADAL" clId="{EB0DE313-FB7E-4F48-BF94-17BC251B79DF}" dt="2020-04-30T11:07:45.336" v="45" actId="1076"/>
          <ac:graphicFrameMkLst>
            <pc:docMk/>
            <pc:sldMk cId="3093467319" sldId="291"/>
            <ac:graphicFrameMk id="6" creationId="{DCFFE5E4-3341-4811-8669-E72899BA8FAA}"/>
          </ac:graphicFrameMkLst>
        </pc:graphicFrameChg>
        <pc:graphicFrameChg chg="add mod modGraphic">
          <ac:chgData name="Tanvir Ahmed" userId="5fa9bf89-1556-4927-a8e9-24c5d464f299" providerId="ADAL" clId="{EB0DE313-FB7E-4F48-BF94-17BC251B79DF}" dt="2020-04-30T11:08:42.882" v="71" actId="14100"/>
          <ac:graphicFrameMkLst>
            <pc:docMk/>
            <pc:sldMk cId="3093467319" sldId="291"/>
            <ac:graphicFrameMk id="7" creationId="{9A81F661-5A7A-43BD-887C-6AF7C706269B}"/>
          </ac:graphicFrameMkLst>
        </pc:graphicFrameChg>
      </pc:sldChg>
      <pc:sldChg chg="del">
        <pc:chgData name="Tanvir Ahmed" userId="5fa9bf89-1556-4927-a8e9-24c5d464f299" providerId="ADAL" clId="{EB0DE313-FB7E-4F48-BF94-17BC251B79DF}" dt="2020-04-30T11:09:02.296" v="72" actId="2696"/>
        <pc:sldMkLst>
          <pc:docMk/>
          <pc:sldMk cId="1035863812" sldId="292"/>
        </pc:sldMkLst>
      </pc:sldChg>
      <pc:sldChg chg="del">
        <pc:chgData name="Tanvir Ahmed" userId="5fa9bf89-1556-4927-a8e9-24c5d464f299" providerId="ADAL" clId="{EB0DE313-FB7E-4F48-BF94-17BC251B79DF}" dt="2020-04-30T11:09:03.374" v="73" actId="2696"/>
        <pc:sldMkLst>
          <pc:docMk/>
          <pc:sldMk cId="2329211199" sldId="293"/>
        </pc:sldMkLst>
      </pc:sldChg>
      <pc:sldChg chg="del">
        <pc:chgData name="Tanvir Ahmed" userId="5fa9bf89-1556-4927-a8e9-24c5d464f299" providerId="ADAL" clId="{EB0DE313-FB7E-4F48-BF94-17BC251B79DF}" dt="2020-04-30T11:10:05.123" v="141" actId="2696"/>
        <pc:sldMkLst>
          <pc:docMk/>
          <pc:sldMk cId="4206021536" sldId="294"/>
        </pc:sldMkLst>
      </pc:sldChg>
      <pc:sldChg chg="addSp delSp modSp add">
        <pc:chgData name="Tanvir Ahmed" userId="5fa9bf89-1556-4927-a8e9-24c5d464f299" providerId="ADAL" clId="{EB0DE313-FB7E-4F48-BF94-17BC251B79DF}" dt="2020-04-30T11:11:55.490" v="173" actId="1076"/>
        <pc:sldMkLst>
          <pc:docMk/>
          <pc:sldMk cId="3185871266" sldId="297"/>
        </pc:sldMkLst>
        <pc:spChg chg="add del">
          <ac:chgData name="Tanvir Ahmed" userId="5fa9bf89-1556-4927-a8e9-24c5d464f299" providerId="ADAL" clId="{EB0DE313-FB7E-4F48-BF94-17BC251B79DF}" dt="2020-04-30T11:11:01.076" v="156"/>
          <ac:spMkLst>
            <pc:docMk/>
            <pc:sldMk cId="3185871266" sldId="297"/>
            <ac:spMk id="2" creationId="{45037B60-F060-4AF9-93DB-85979A03661F}"/>
          </ac:spMkLst>
        </pc:spChg>
        <pc:spChg chg="mod">
          <ac:chgData name="Tanvir Ahmed" userId="5fa9bf89-1556-4927-a8e9-24c5d464f299" providerId="ADAL" clId="{EB0DE313-FB7E-4F48-BF94-17BC251B79DF}" dt="2020-04-30T11:11:25.747" v="161" actId="113"/>
          <ac:spMkLst>
            <pc:docMk/>
            <pc:sldMk cId="3185871266" sldId="297"/>
            <ac:spMk id="4" creationId="{00000000-0000-0000-0000-000000000000}"/>
          </ac:spMkLst>
        </pc:spChg>
        <pc:spChg chg="del">
          <ac:chgData name="Tanvir Ahmed" userId="5fa9bf89-1556-4927-a8e9-24c5d464f299" providerId="ADAL" clId="{EB0DE313-FB7E-4F48-BF94-17BC251B79DF}" dt="2020-04-30T11:10:58.708" v="154" actId="478"/>
          <ac:spMkLst>
            <pc:docMk/>
            <pc:sldMk cId="3185871266" sldId="297"/>
            <ac:spMk id="5" creationId="{F2944A7F-5AE5-EC49-82AF-722C8C8F62C6}"/>
          </ac:spMkLst>
        </pc:spChg>
        <pc:spChg chg="add del">
          <ac:chgData name="Tanvir Ahmed" userId="5fa9bf89-1556-4927-a8e9-24c5d464f299" providerId="ADAL" clId="{EB0DE313-FB7E-4F48-BF94-17BC251B79DF}" dt="2020-04-30T11:11:40.892" v="167"/>
          <ac:spMkLst>
            <pc:docMk/>
            <pc:sldMk cId="3185871266" sldId="297"/>
            <ac:spMk id="6" creationId="{E30ED1C4-F2DB-49B8-9D20-FCABEE26A50F}"/>
          </ac:spMkLst>
        </pc:spChg>
        <pc:spChg chg="add mod">
          <ac:chgData name="Tanvir Ahmed" userId="5fa9bf89-1556-4927-a8e9-24c5d464f299" providerId="ADAL" clId="{EB0DE313-FB7E-4F48-BF94-17BC251B79DF}" dt="2020-04-30T11:11:49.471" v="172" actId="20577"/>
          <ac:spMkLst>
            <pc:docMk/>
            <pc:sldMk cId="3185871266" sldId="297"/>
            <ac:spMk id="7" creationId="{2C17FCC7-4CD5-4FAB-9105-7780F91369AB}"/>
          </ac:spMkLst>
        </pc:spChg>
        <pc:graphicFrameChg chg="add mod modGraphic">
          <ac:chgData name="Tanvir Ahmed" userId="5fa9bf89-1556-4927-a8e9-24c5d464f299" providerId="ADAL" clId="{EB0DE313-FB7E-4F48-BF94-17BC251B79DF}" dt="2020-04-30T11:11:55.490" v="173" actId="1076"/>
          <ac:graphicFrameMkLst>
            <pc:docMk/>
            <pc:sldMk cId="3185871266" sldId="297"/>
            <ac:graphicFrameMk id="3" creationId="{0FC7AD45-099B-4B35-B4BD-61EFACCE0C8C}"/>
          </ac:graphicFrameMkLst>
        </pc:graphicFrame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Tanvir Ahmed" userId="5fa9bf89-1556-4927-a8e9-24c5d464f299" providerId="ADAL" clId="{24EFCBC6-C008-4B8D-B5C5-F6AB708C1DFC}"/>
    <pc:docChg chg="undo custSel addSld delSld modSld">
      <pc:chgData name="Tanvir Ahmed" userId="5fa9bf89-1556-4927-a8e9-24c5d464f299" providerId="ADAL" clId="{24EFCBC6-C008-4B8D-B5C5-F6AB708C1DFC}" dt="2020-04-30T10:52:33.271" v="760" actId="20577"/>
      <pc:docMkLst>
        <pc:docMk/>
      </pc:docMkLst>
      <pc:sldChg chg="modSp">
        <pc:chgData name="Tanvir Ahmed" userId="5fa9bf89-1556-4927-a8e9-24c5d464f299" providerId="ADAL" clId="{24EFCBC6-C008-4B8D-B5C5-F6AB708C1DFC}" dt="2020-04-30T10:52:33.271" v="760" actId="20577"/>
        <pc:sldMkLst>
          <pc:docMk/>
          <pc:sldMk cId="700707328" sldId="256"/>
        </pc:sldMkLst>
        <pc:graphicFrameChg chg="modGraphic">
          <ac:chgData name="Tanvir Ahmed" userId="5fa9bf89-1556-4927-a8e9-24c5d464f299" providerId="ADAL" clId="{24EFCBC6-C008-4B8D-B5C5-F6AB708C1DFC}" dt="2020-04-30T10:52:33.271" v="760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Tanvir Ahmed" userId="5fa9bf89-1556-4927-a8e9-24c5d464f299" providerId="ADAL" clId="{24EFCBC6-C008-4B8D-B5C5-F6AB708C1DFC}" dt="2020-04-30T09:27:31.157" v="707" actId="20577"/>
        <pc:sldMkLst>
          <pc:docMk/>
          <pc:sldMk cId="424874041" sldId="257"/>
        </pc:sldMkLst>
        <pc:spChg chg="mod">
          <ac:chgData name="Tanvir Ahmed" userId="5fa9bf89-1556-4927-a8e9-24c5d464f299" providerId="ADAL" clId="{24EFCBC6-C008-4B8D-B5C5-F6AB708C1DFC}" dt="2020-04-30T09:27:31.157" v="707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24EFCBC6-C008-4B8D-B5C5-F6AB708C1DFC}" dt="2020-04-30T09:32:48.086" v="745" actId="2696"/>
        <pc:sldMkLst>
          <pc:docMk/>
          <pc:sldMk cId="2823762119" sldId="258"/>
        </pc:sldMkLst>
      </pc:sldChg>
      <pc:sldChg chg="del">
        <pc:chgData name="Tanvir Ahmed" userId="5fa9bf89-1556-4927-a8e9-24c5d464f299" providerId="ADAL" clId="{24EFCBC6-C008-4B8D-B5C5-F6AB708C1DFC}" dt="2020-04-30T09:32:49.961" v="746" actId="2696"/>
        <pc:sldMkLst>
          <pc:docMk/>
          <pc:sldMk cId="1923382373" sldId="264"/>
        </pc:sldMkLst>
      </pc:sldChg>
      <pc:sldChg chg="del">
        <pc:chgData name="Tanvir Ahmed" userId="5fa9bf89-1556-4927-a8e9-24c5d464f299" providerId="ADAL" clId="{24EFCBC6-C008-4B8D-B5C5-F6AB708C1DFC}" dt="2020-04-30T09:32:50.920" v="747" actId="2696"/>
        <pc:sldMkLst>
          <pc:docMk/>
          <pc:sldMk cId="3224969828" sldId="265"/>
        </pc:sldMkLst>
      </pc:sldChg>
      <pc:sldChg chg="modSp">
        <pc:chgData name="Tanvir Ahmed" userId="5fa9bf89-1556-4927-a8e9-24c5d464f299" providerId="ADAL" clId="{24EFCBC6-C008-4B8D-B5C5-F6AB708C1DFC}" dt="2020-04-30T09:06:24.128" v="183" actId="20577"/>
        <pc:sldMkLst>
          <pc:docMk/>
          <pc:sldMk cId="2134390752" sldId="266"/>
        </pc:sldMkLst>
        <pc:spChg chg="mod">
          <ac:chgData name="Tanvir Ahmed" userId="5fa9bf89-1556-4927-a8e9-24c5d464f299" providerId="ADAL" clId="{24EFCBC6-C008-4B8D-B5C5-F6AB708C1DFC}" dt="2020-04-30T09:00:53.553" v="103" actId="20577"/>
          <ac:spMkLst>
            <pc:docMk/>
            <pc:sldMk cId="2134390752" sldId="266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06:24.128" v="183" actId="20577"/>
          <ac:spMkLst>
            <pc:docMk/>
            <pc:sldMk cId="2134390752" sldId="266"/>
            <ac:spMk id="6" creationId="{37C26D19-85DA-834B-9600-C9820C508897}"/>
          </ac:spMkLst>
        </pc:spChg>
      </pc:sldChg>
      <pc:sldChg chg="modSp">
        <pc:chgData name="Tanvir Ahmed" userId="5fa9bf89-1556-4927-a8e9-24c5d464f299" providerId="ADAL" clId="{24EFCBC6-C008-4B8D-B5C5-F6AB708C1DFC}" dt="2020-04-30T09:31:48.572" v="736" actId="12"/>
        <pc:sldMkLst>
          <pc:docMk/>
          <pc:sldMk cId="3132154582" sldId="267"/>
        </pc:sldMkLst>
        <pc:spChg chg="mod">
          <ac:chgData name="Tanvir Ahmed" userId="5fa9bf89-1556-4927-a8e9-24c5d464f299" providerId="ADAL" clId="{24EFCBC6-C008-4B8D-B5C5-F6AB708C1DFC}" dt="2020-04-30T09:07:30.025" v="210" actId="20577"/>
          <ac:spMkLst>
            <pc:docMk/>
            <pc:sldMk cId="3132154582" sldId="267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31:48.572" v="736" actId="12"/>
          <ac:spMkLst>
            <pc:docMk/>
            <pc:sldMk cId="3132154582" sldId="267"/>
            <ac:spMk id="4" creationId="{E00A471B-FCB5-3949-B014-0D06C67E41B3}"/>
          </ac:spMkLst>
        </pc:spChg>
      </pc:sldChg>
      <pc:sldChg chg="addSp delSp modSp add">
        <pc:chgData name="Tanvir Ahmed" userId="5fa9bf89-1556-4927-a8e9-24c5d464f299" providerId="ADAL" clId="{24EFCBC6-C008-4B8D-B5C5-F6AB708C1DFC}" dt="2020-04-30T09:07:11.246" v="191" actId="108"/>
        <pc:sldMkLst>
          <pc:docMk/>
          <pc:sldMk cId="3949484887" sldId="268"/>
        </pc:sldMkLst>
        <pc:spChg chg="mod">
          <ac:chgData name="Tanvir Ahmed" userId="5fa9bf89-1556-4927-a8e9-24c5d464f299" providerId="ADAL" clId="{24EFCBC6-C008-4B8D-B5C5-F6AB708C1DFC}" dt="2020-04-30T09:01:09.494" v="109"/>
          <ac:spMkLst>
            <pc:docMk/>
            <pc:sldMk cId="3949484887" sldId="268"/>
            <ac:spMk id="2" creationId="{00000000-0000-0000-0000-000000000000}"/>
          </ac:spMkLst>
        </pc:spChg>
        <pc:spChg chg="add del">
          <ac:chgData name="Tanvir Ahmed" userId="5fa9bf89-1556-4927-a8e9-24c5d464f299" providerId="ADAL" clId="{24EFCBC6-C008-4B8D-B5C5-F6AB708C1DFC}" dt="2020-04-30T09:01:26.404" v="113"/>
          <ac:spMkLst>
            <pc:docMk/>
            <pc:sldMk cId="3949484887" sldId="268"/>
            <ac:spMk id="3" creationId="{92B6922B-6EA1-417D-9FA2-91D1C4334119}"/>
          </ac:spMkLst>
        </pc:spChg>
        <pc:spChg chg="mod">
          <ac:chgData name="Tanvir Ahmed" userId="5fa9bf89-1556-4927-a8e9-24c5d464f299" providerId="ADAL" clId="{24EFCBC6-C008-4B8D-B5C5-F6AB708C1DFC}" dt="2020-04-30T09:07:11.246" v="191" actId="108"/>
          <ac:spMkLst>
            <pc:docMk/>
            <pc:sldMk cId="3949484887" sldId="268"/>
            <ac:spMk id="5" creationId="{53BED9D7-DC35-6145-B086-E1B62BC08349}"/>
          </ac:spMkLst>
        </pc:spChg>
      </pc:sldChg>
      <pc:sldChg chg="addSp modSp add">
        <pc:chgData name="Tanvir Ahmed" userId="5fa9bf89-1556-4927-a8e9-24c5d464f299" providerId="ADAL" clId="{24EFCBC6-C008-4B8D-B5C5-F6AB708C1DFC}" dt="2020-04-30T09:32:17.091" v="743" actId="20577"/>
        <pc:sldMkLst>
          <pc:docMk/>
          <pc:sldMk cId="3920202129" sldId="269"/>
        </pc:sldMkLst>
        <pc:spChg chg="mod">
          <ac:chgData name="Tanvir Ahmed" userId="5fa9bf89-1556-4927-a8e9-24c5d464f299" providerId="ADAL" clId="{24EFCBC6-C008-4B8D-B5C5-F6AB708C1DFC}" dt="2020-04-30T09:12:42.789" v="324" actId="20577"/>
          <ac:spMkLst>
            <pc:docMk/>
            <pc:sldMk cId="3920202129" sldId="269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32:17.091" v="743" actId="20577"/>
          <ac:spMkLst>
            <pc:docMk/>
            <pc:sldMk cId="3920202129" sldId="269"/>
            <ac:spMk id="4" creationId="{E00A471B-FCB5-3949-B014-0D06C67E41B3}"/>
          </ac:spMkLst>
        </pc:spChg>
        <pc:picChg chg="add mod">
          <ac:chgData name="Tanvir Ahmed" userId="5fa9bf89-1556-4927-a8e9-24c5d464f299" providerId="ADAL" clId="{24EFCBC6-C008-4B8D-B5C5-F6AB708C1DFC}" dt="2020-04-30T09:15:53.800" v="359" actId="1076"/>
          <ac:picMkLst>
            <pc:docMk/>
            <pc:sldMk cId="3920202129" sldId="269"/>
            <ac:picMk id="3" creationId="{B54DDFF0-72BF-4DDD-8933-F65A861B627B}"/>
          </ac:picMkLst>
        </pc:picChg>
      </pc:sldChg>
      <pc:sldChg chg="modSp add">
        <pc:chgData name="Tanvir Ahmed" userId="5fa9bf89-1556-4927-a8e9-24c5d464f299" providerId="ADAL" clId="{24EFCBC6-C008-4B8D-B5C5-F6AB708C1DFC}" dt="2020-04-30T09:19:56.177" v="661" actId="20577"/>
        <pc:sldMkLst>
          <pc:docMk/>
          <pc:sldMk cId="3816110142" sldId="270"/>
        </pc:sldMkLst>
        <pc:spChg chg="mod">
          <ac:chgData name="Tanvir Ahmed" userId="5fa9bf89-1556-4927-a8e9-24c5d464f299" providerId="ADAL" clId="{24EFCBC6-C008-4B8D-B5C5-F6AB708C1DFC}" dt="2020-04-30T09:17:11.040" v="420" actId="20577"/>
          <ac:spMkLst>
            <pc:docMk/>
            <pc:sldMk cId="3816110142" sldId="270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19:56.177" v="661" actId="20577"/>
          <ac:spMkLst>
            <pc:docMk/>
            <pc:sldMk cId="3816110142" sldId="270"/>
            <ac:spMk id="4" creationId="{E00A471B-FCB5-3949-B014-0D06C67E41B3}"/>
          </ac:spMkLst>
        </pc:spChg>
      </pc:sldChg>
      <pc:sldChg chg="modSp add">
        <pc:chgData name="Tanvir Ahmed" userId="5fa9bf89-1556-4927-a8e9-24c5d464f299" providerId="ADAL" clId="{24EFCBC6-C008-4B8D-B5C5-F6AB708C1DFC}" dt="2020-04-30T09:25:48.839" v="690" actId="1076"/>
        <pc:sldMkLst>
          <pc:docMk/>
          <pc:sldMk cId="653146784" sldId="271"/>
        </pc:sldMkLst>
        <pc:spChg chg="mod">
          <ac:chgData name="Tanvir Ahmed" userId="5fa9bf89-1556-4927-a8e9-24c5d464f299" providerId="ADAL" clId="{24EFCBC6-C008-4B8D-B5C5-F6AB708C1DFC}" dt="2020-04-30T09:22:33.150" v="680" actId="20577"/>
          <ac:spMkLst>
            <pc:docMk/>
            <pc:sldMk cId="653146784" sldId="271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25:48.839" v="690" actId="1076"/>
          <ac:spMkLst>
            <pc:docMk/>
            <pc:sldMk cId="653146784" sldId="271"/>
            <ac:spMk id="5" creationId="{53BED9D7-DC35-6145-B086-E1B62BC08349}"/>
          </ac:spMkLst>
        </pc:spChg>
      </pc:sldChg>
      <pc:sldChg chg="add del">
        <pc:chgData name="Tanvir Ahmed" userId="5fa9bf89-1556-4927-a8e9-24c5d464f299" providerId="ADAL" clId="{24EFCBC6-C008-4B8D-B5C5-F6AB708C1DFC}" dt="2020-04-30T10:45:07.577" v="753" actId="2696"/>
        <pc:sldMkLst>
          <pc:docMk/>
          <pc:sldMk cId="261875079" sldId="286"/>
        </pc:sldMkLst>
      </pc:sldChg>
      <pc:sldChg chg="add del">
        <pc:chgData name="Tanvir Ahmed" userId="5fa9bf89-1556-4927-a8e9-24c5d464f299" providerId="ADAL" clId="{24EFCBC6-C008-4B8D-B5C5-F6AB708C1DFC}" dt="2020-04-30T10:45:07.572" v="752" actId="2696"/>
        <pc:sldMkLst>
          <pc:docMk/>
          <pc:sldMk cId="2819377470" sldId="287"/>
        </pc:sldMkLst>
      </pc:sldChg>
      <pc:sldChg chg="add del">
        <pc:chgData name="Tanvir Ahmed" userId="5fa9bf89-1556-4927-a8e9-24c5d464f299" providerId="ADAL" clId="{24EFCBC6-C008-4B8D-B5C5-F6AB708C1DFC}" dt="2020-04-30T10:45:07.558" v="751" actId="2696"/>
        <pc:sldMkLst>
          <pc:docMk/>
          <pc:sldMk cId="1744785842" sldId="288"/>
        </pc:sldMkLst>
      </pc:sldChg>
      <pc:sldChg chg="add del">
        <pc:chgData name="Tanvir Ahmed" userId="5fa9bf89-1556-4927-a8e9-24c5d464f299" providerId="ADAL" clId="{24EFCBC6-C008-4B8D-B5C5-F6AB708C1DFC}" dt="2020-04-30T10:45:07.545" v="750" actId="2696"/>
        <pc:sldMkLst>
          <pc:docMk/>
          <pc:sldMk cId="3143269072" sldId="289"/>
        </pc:sldMkLst>
      </pc:sldChg>
      <pc:sldChg chg="add del">
        <pc:chgData name="Tanvir Ahmed" userId="5fa9bf89-1556-4927-a8e9-24c5d464f299" providerId="ADAL" clId="{24EFCBC6-C008-4B8D-B5C5-F6AB708C1DFC}" dt="2020-04-30T10:45:07.533" v="749" actId="2696"/>
        <pc:sldMkLst>
          <pc:docMk/>
          <pc:sldMk cId="2898490645" sldId="290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3093467319" sldId="291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1035863812" sldId="292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2329211199" sldId="293"/>
        </pc:sldMkLst>
      </pc:sldChg>
      <pc:sldChg chg="addSp delSp modSp add">
        <pc:chgData name="Tanvir Ahmed" userId="5fa9bf89-1556-4927-a8e9-24c5d464f299" providerId="ADAL" clId="{24EFCBC6-C008-4B8D-B5C5-F6AB708C1DFC}" dt="2020-04-30T09:30:45.741" v="732" actId="12"/>
        <pc:sldMkLst>
          <pc:docMk/>
          <pc:sldMk cId="4206021536" sldId="294"/>
        </pc:sldMkLst>
        <pc:spChg chg="mod">
          <ac:chgData name="Tanvir Ahmed" userId="5fa9bf89-1556-4927-a8e9-24c5d464f299" providerId="ADAL" clId="{24EFCBC6-C008-4B8D-B5C5-F6AB708C1DFC}" dt="2020-04-30T09:29:38.467" v="717" actId="20577"/>
          <ac:spMkLst>
            <pc:docMk/>
            <pc:sldMk cId="4206021536" sldId="294"/>
            <ac:spMk id="2" creationId="{00000000-0000-0000-0000-000000000000}"/>
          </ac:spMkLst>
        </pc:spChg>
        <pc:spChg chg="add del">
          <ac:chgData name="Tanvir Ahmed" userId="5fa9bf89-1556-4927-a8e9-24c5d464f299" providerId="ADAL" clId="{24EFCBC6-C008-4B8D-B5C5-F6AB708C1DFC}" dt="2020-04-30T09:30:02.652" v="719"/>
          <ac:spMkLst>
            <pc:docMk/>
            <pc:sldMk cId="4206021536" sldId="294"/>
            <ac:spMk id="3" creationId="{FA2A84AA-2FE2-4F47-85B0-02995E09A521}"/>
          </ac:spMkLst>
        </pc:spChg>
        <pc:spChg chg="mod">
          <ac:chgData name="Tanvir Ahmed" userId="5fa9bf89-1556-4927-a8e9-24c5d464f299" providerId="ADAL" clId="{24EFCBC6-C008-4B8D-B5C5-F6AB708C1DFC}" dt="2020-04-30T09:30:45.741" v="732" actId="12"/>
          <ac:spMkLst>
            <pc:docMk/>
            <pc:sldMk cId="4206021536" sldId="294"/>
            <ac:spMk id="4" creationId="{E00A471B-FCB5-3949-B014-0D06C67E41B3}"/>
          </ac:spMkLst>
        </pc:spChg>
      </pc:sldChg>
      <pc:sldChg chg="add">
        <pc:chgData name="Tanvir Ahmed" userId="5fa9bf89-1556-4927-a8e9-24c5d464f299" providerId="ADAL" clId="{24EFCBC6-C008-4B8D-B5C5-F6AB708C1DFC}" dt="2020-04-30T09:32:46.170" v="744"/>
        <pc:sldMkLst>
          <pc:docMk/>
          <pc:sldMk cId="324850465" sldId="295"/>
        </pc:sldMkLst>
      </pc:sldChg>
      <pc:sldChg chg="add">
        <pc:chgData name="Tanvir Ahmed" userId="5fa9bf89-1556-4927-a8e9-24c5d464f299" providerId="ADAL" clId="{24EFCBC6-C008-4B8D-B5C5-F6AB708C1DFC}" dt="2020-04-30T09:32:46.170" v="744"/>
        <pc:sldMkLst>
          <pc:docMk/>
          <pc:sldMk cId="427273850" sldId="29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board.com/blog/history-of-javascript/" TargetMode="External"/><Relationship Id="rId2" Type="http://schemas.openxmlformats.org/officeDocument/2006/relationships/hyperlink" Target="https://www.w3schools.com/js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JS Method and Properties in HTML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585134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Summer 19-20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Tanvir Ahmed; tanvir.ahmed@aiub.edu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Method to Operate in HTML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Methods and Properties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544074" y="1987066"/>
            <a:ext cx="790746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</a:rPr>
              <a:t>Finding HTML Elements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Changing HTML Elements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br>
              <a:rPr lang="en-US" dirty="0"/>
            </a:br>
            <a:endParaRPr lang="en-US" dirty="0">
              <a:solidFill>
                <a:prstClr val="black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CFFE5E4-3341-4811-8669-E72899BA8F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703940"/>
              </p:ext>
            </p:extLst>
          </p:nvPr>
        </p:nvGraphicFramePr>
        <p:xfrm>
          <a:off x="959269" y="2310231"/>
          <a:ext cx="7077075" cy="1349316"/>
        </p:xfrm>
        <a:graphic>
          <a:graphicData uri="http://schemas.openxmlformats.org/drawingml/2006/table">
            <a:tbl>
              <a:tblPr/>
              <a:tblGrid>
                <a:gridCol w="3534761">
                  <a:extLst>
                    <a:ext uri="{9D8B030D-6E8A-4147-A177-3AD203B41FA5}">
                      <a16:colId xmlns:a16="http://schemas.microsoft.com/office/drawing/2014/main" val="364746406"/>
                    </a:ext>
                  </a:extLst>
                </a:gridCol>
                <a:gridCol w="3542314">
                  <a:extLst>
                    <a:ext uri="{9D8B030D-6E8A-4147-A177-3AD203B41FA5}">
                      <a16:colId xmlns:a16="http://schemas.microsoft.com/office/drawing/2014/main" val="2175009379"/>
                    </a:ext>
                  </a:extLst>
                </a:gridCol>
              </a:tblGrid>
              <a:tr h="31146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Method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500800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document.getElementById(</a:t>
                      </a:r>
                      <a:r>
                        <a:rPr lang="en-US" sz="1400" i="1">
                          <a:effectLst/>
                        </a:rPr>
                        <a:t>id</a:t>
                      </a:r>
                      <a:r>
                        <a:rPr lang="en-US" sz="1400">
                          <a:effectLst/>
                        </a:rPr>
                        <a:t>)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Find an element by element id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138510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document.getElementsByTagName(</a:t>
                      </a:r>
                      <a:r>
                        <a:rPr lang="en-US" sz="1400" i="1">
                          <a:effectLst/>
                        </a:rPr>
                        <a:t>name</a:t>
                      </a:r>
                      <a:r>
                        <a:rPr lang="en-US" sz="1400">
                          <a:effectLst/>
                        </a:rPr>
                        <a:t>)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Find elements by tag name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552101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 err="1">
                          <a:effectLst/>
                        </a:rPr>
                        <a:t>document.getElementsByClassName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i="1" dirty="0">
                          <a:effectLst/>
                        </a:rPr>
                        <a:t>name</a:t>
                      </a:r>
                      <a:r>
                        <a:rPr lang="en-US" sz="1400" dirty="0">
                          <a:effectLst/>
                        </a:rPr>
                        <a:t>)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Find elements by class name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0680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A81F661-5A7A-43BD-887C-6AF7C7062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255456"/>
              </p:ext>
            </p:extLst>
          </p:nvPr>
        </p:nvGraphicFramePr>
        <p:xfrm>
          <a:off x="814723" y="3964723"/>
          <a:ext cx="7636818" cy="2161968"/>
        </p:xfrm>
        <a:graphic>
          <a:graphicData uri="http://schemas.openxmlformats.org/drawingml/2006/table">
            <a:tbl>
              <a:tblPr/>
              <a:tblGrid>
                <a:gridCol w="3814334">
                  <a:extLst>
                    <a:ext uri="{9D8B030D-6E8A-4147-A177-3AD203B41FA5}">
                      <a16:colId xmlns:a16="http://schemas.microsoft.com/office/drawing/2014/main" val="2941949531"/>
                    </a:ext>
                  </a:extLst>
                </a:gridCol>
                <a:gridCol w="3822484">
                  <a:extLst>
                    <a:ext uri="{9D8B030D-6E8A-4147-A177-3AD203B41FA5}">
                      <a16:colId xmlns:a16="http://schemas.microsoft.com/office/drawing/2014/main" val="61756960"/>
                    </a:ext>
                  </a:extLst>
                </a:gridCol>
              </a:tblGrid>
              <a:tr h="251813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Property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246389"/>
                  </a:ext>
                </a:extLst>
              </a:tr>
              <a:tr h="251813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i="1">
                          <a:effectLst/>
                        </a:rPr>
                        <a:t>element</a:t>
                      </a:r>
                      <a:r>
                        <a:rPr lang="en-US" sz="1400">
                          <a:effectLst/>
                        </a:rPr>
                        <a:t>.innerHTML =  </a:t>
                      </a:r>
                      <a:r>
                        <a:rPr lang="en-US" sz="1400" i="1">
                          <a:effectLst/>
                        </a:rPr>
                        <a:t>new html content</a:t>
                      </a:r>
                      <a:endParaRPr lang="en-US" sz="1400">
                        <a:effectLst/>
                      </a:endParaRP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Change the inner HTML of an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593536"/>
                  </a:ext>
                </a:extLst>
              </a:tr>
              <a:tr h="41257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i="1" dirty="0" err="1">
                          <a:effectLst/>
                        </a:rPr>
                        <a:t>element</a:t>
                      </a:r>
                      <a:r>
                        <a:rPr lang="en-US" sz="1400" dirty="0" err="1">
                          <a:effectLst/>
                        </a:rPr>
                        <a:t>.</a:t>
                      </a:r>
                      <a:r>
                        <a:rPr lang="en-US" sz="1400" i="1" dirty="0" err="1">
                          <a:effectLst/>
                        </a:rPr>
                        <a:t>attribute</a:t>
                      </a:r>
                      <a:r>
                        <a:rPr lang="en-US" sz="1400" i="1" dirty="0">
                          <a:effectLst/>
                        </a:rPr>
                        <a:t> = new value</a:t>
                      </a:r>
                      <a:endParaRPr lang="en-US" sz="1400" dirty="0">
                        <a:effectLst/>
                      </a:endParaRP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Change the attribute value of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977957"/>
                  </a:ext>
                </a:extLst>
              </a:tr>
              <a:tr h="251813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i="1" dirty="0" err="1">
                          <a:effectLst/>
                        </a:rPr>
                        <a:t>element</a:t>
                      </a:r>
                      <a:r>
                        <a:rPr lang="en-US" sz="1400" dirty="0" err="1">
                          <a:effectLst/>
                        </a:rPr>
                        <a:t>.style.</a:t>
                      </a:r>
                      <a:r>
                        <a:rPr lang="en-US" sz="1400" i="1" dirty="0" err="1">
                          <a:effectLst/>
                        </a:rPr>
                        <a:t>property</a:t>
                      </a:r>
                      <a:r>
                        <a:rPr lang="en-US" sz="1400" i="1" dirty="0">
                          <a:effectLst/>
                        </a:rPr>
                        <a:t> = new style</a:t>
                      </a:r>
                      <a:endParaRPr lang="en-US" sz="1400" dirty="0">
                        <a:effectLst/>
                      </a:endParaRP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Change the style of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246867"/>
                  </a:ext>
                </a:extLst>
              </a:tr>
              <a:tr h="251813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Method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634580"/>
                  </a:ext>
                </a:extLst>
              </a:tr>
              <a:tr h="41257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i="1" dirty="0" err="1">
                          <a:effectLst/>
                        </a:rPr>
                        <a:t>element</a:t>
                      </a:r>
                      <a:r>
                        <a:rPr lang="en-US" sz="1400" dirty="0" err="1">
                          <a:effectLst/>
                        </a:rPr>
                        <a:t>.setAttribute</a:t>
                      </a:r>
                      <a:r>
                        <a:rPr lang="en-US" sz="1400" i="1" dirty="0">
                          <a:effectLst/>
                        </a:rPr>
                        <a:t>(attribute, value)</a:t>
                      </a:r>
                      <a:endParaRPr lang="en-US" sz="1400" dirty="0">
                        <a:effectLst/>
                      </a:endParaRP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Change the attribute value of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885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3467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313228" cy="493414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/>
              <a:t>JS Methods and Properties</a:t>
            </a:r>
            <a:endParaRPr lang="en-US" sz="2600" b="1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FC7AD45-099B-4B35-B4BD-61EFACCE0C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436861"/>
              </p:ext>
            </p:extLst>
          </p:nvPr>
        </p:nvGraphicFramePr>
        <p:xfrm>
          <a:off x="831263" y="1660034"/>
          <a:ext cx="7077075" cy="2030220"/>
        </p:xfrm>
        <a:graphic>
          <a:graphicData uri="http://schemas.openxmlformats.org/drawingml/2006/table">
            <a:tbl>
              <a:tblPr/>
              <a:tblGrid>
                <a:gridCol w="3534761">
                  <a:extLst>
                    <a:ext uri="{9D8B030D-6E8A-4147-A177-3AD203B41FA5}">
                      <a16:colId xmlns:a16="http://schemas.microsoft.com/office/drawing/2014/main" val="2762072334"/>
                    </a:ext>
                  </a:extLst>
                </a:gridCol>
                <a:gridCol w="3542314">
                  <a:extLst>
                    <a:ext uri="{9D8B030D-6E8A-4147-A177-3AD203B41FA5}">
                      <a16:colId xmlns:a16="http://schemas.microsoft.com/office/drawing/2014/main" val="2280979782"/>
                    </a:ext>
                  </a:extLst>
                </a:gridCol>
              </a:tblGrid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Method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729124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 err="1">
                          <a:effectLst/>
                        </a:rPr>
                        <a:t>document.createElement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i="1" dirty="0">
                          <a:effectLst/>
                        </a:rPr>
                        <a:t>element</a:t>
                      </a:r>
                      <a:r>
                        <a:rPr lang="en-US" sz="1400" dirty="0">
                          <a:effectLst/>
                        </a:rPr>
                        <a:t>)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Create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3581362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document.removeChild(</a:t>
                      </a:r>
                      <a:r>
                        <a:rPr lang="en-US" sz="1400" i="1">
                          <a:effectLst/>
                        </a:rPr>
                        <a:t>element</a:t>
                      </a:r>
                      <a:r>
                        <a:rPr lang="en-US" sz="1400">
                          <a:effectLst/>
                        </a:rPr>
                        <a:t>)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Remove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197319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document.appendChild(</a:t>
                      </a:r>
                      <a:r>
                        <a:rPr lang="en-US" sz="1400" i="1">
                          <a:effectLst/>
                        </a:rPr>
                        <a:t>element</a:t>
                      </a:r>
                      <a:r>
                        <a:rPr lang="en-US" sz="1400">
                          <a:effectLst/>
                        </a:rPr>
                        <a:t>)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Add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716900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document.replaceChild(</a:t>
                      </a:r>
                      <a:r>
                        <a:rPr lang="en-US" sz="1400" i="1">
                          <a:effectLst/>
                        </a:rPr>
                        <a:t>new, old</a:t>
                      </a:r>
                      <a:r>
                        <a:rPr lang="en-US" sz="1400">
                          <a:effectLst/>
                        </a:rPr>
                        <a:t>)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Replace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223894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document.write(</a:t>
                      </a:r>
                      <a:r>
                        <a:rPr lang="en-US" sz="1400" i="1">
                          <a:effectLst/>
                        </a:rPr>
                        <a:t>text</a:t>
                      </a:r>
                      <a:r>
                        <a:rPr lang="en-US" sz="1400">
                          <a:effectLst/>
                        </a:rPr>
                        <a:t>)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Write into the HTML output stream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85863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C17FCC7-4CD5-4FAB-9105-7780F91369AB}"/>
              </a:ext>
            </a:extLst>
          </p:cNvPr>
          <p:cNvSpPr txBox="1"/>
          <p:nvPr/>
        </p:nvSpPr>
        <p:spPr>
          <a:xfrm>
            <a:off x="831264" y="1189608"/>
            <a:ext cx="5436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Adding and Deleting Elements</a:t>
            </a:r>
          </a:p>
        </p:txBody>
      </p:sp>
    </p:spTree>
    <p:extLst>
      <p:ext uri="{BB962C8B-B14F-4D97-AF65-F5344CB8AC3E}">
        <p14:creationId xmlns:p14="http://schemas.microsoft.com/office/powerpoint/2010/main" val="3185871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060650"/>
            <a:ext cx="79873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sz="1600" dirty="0"/>
              <a:t>W3Schools Online Web Tutorials; URL: http://www.w3schools.com</a:t>
            </a:r>
          </a:p>
          <a:p>
            <a:r>
              <a:rPr lang="en-US" sz="1600" dirty="0"/>
              <a:t>2. PHP Documentation; URL: http://www.php.net/docs.php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Sams</a:t>
            </a:r>
            <a:r>
              <a:rPr lang="en-US" sz="1600" dirty="0"/>
              <a:t> Teach Yourself Ajax JavaScript and PHP All in One; Phil Ballard and Michael Moncur;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Sams</a:t>
            </a:r>
            <a:r>
              <a:rPr lang="en-US" sz="1600" dirty="0"/>
              <a:t> Publishing; 2010</a:t>
            </a:r>
          </a:p>
          <a:p>
            <a:r>
              <a:rPr lang="en-US" sz="1600" dirty="0"/>
              <a:t>4. JavaScript Phrasebook; Christian Wenz; </a:t>
            </a:r>
            <a:r>
              <a:rPr lang="en-US" sz="1600" dirty="0" err="1"/>
              <a:t>Sams</a:t>
            </a:r>
            <a:r>
              <a:rPr lang="en-US" sz="1600" dirty="0"/>
              <a:t> Publishing; 2007</a:t>
            </a:r>
          </a:p>
          <a:p>
            <a:r>
              <a:rPr lang="en-US" sz="1600" dirty="0"/>
              <a:t>5. PHP and MySQL Web Development, 4/E; Luke Welling and Laura Thomson; </a:t>
            </a:r>
            <a:r>
              <a:rPr lang="en-US" sz="1600" dirty="0" err="1"/>
              <a:t>AddisonWesley</a:t>
            </a:r>
            <a:endParaRPr lang="en-US" sz="1600" dirty="0"/>
          </a:p>
          <a:p>
            <a:r>
              <a:rPr lang="en-US" sz="1600" dirty="0"/>
              <a:t>    Professional; 2009</a:t>
            </a:r>
          </a:p>
          <a:p>
            <a:r>
              <a:rPr lang="en-US" sz="1600" dirty="0"/>
              <a:t>6. JavaScript for Programmers Paul J. </a:t>
            </a:r>
            <a:r>
              <a:rPr lang="en-US" sz="1600" dirty="0" err="1"/>
              <a:t>Deitel</a:t>
            </a:r>
            <a:r>
              <a:rPr lang="en-US" sz="1600" dirty="0"/>
              <a:t> and Harvey M. </a:t>
            </a:r>
            <a:r>
              <a:rPr lang="en-US" sz="1600" dirty="0" err="1"/>
              <a:t>Deitel</a:t>
            </a:r>
            <a:r>
              <a:rPr lang="en-US" sz="1600" dirty="0"/>
              <a:t>; Prentice Hall; 2009</a:t>
            </a:r>
          </a:p>
          <a:p>
            <a:r>
              <a:rPr lang="en-US" sz="1600" dirty="0"/>
              <a:t>7. Beginning PHP5, Apache, and MySQL Web Development; Elizabeth </a:t>
            </a:r>
            <a:r>
              <a:rPr lang="en-US" sz="1600" dirty="0" err="1"/>
              <a:t>Naramore</a:t>
            </a:r>
            <a:r>
              <a:rPr lang="en-US" sz="1600" dirty="0"/>
              <a:t>, Jason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Gerner</a:t>
            </a:r>
            <a:r>
              <a:rPr lang="en-US" sz="1600" dirty="0"/>
              <a:t>, Yann Le </a:t>
            </a:r>
            <a:r>
              <a:rPr lang="en-US" sz="1600" dirty="0" err="1"/>
              <a:t>Scouarnec</a:t>
            </a:r>
            <a:r>
              <a:rPr lang="en-US" sz="1600" dirty="0"/>
              <a:t>, Jeremy Stolz and Michael K. Glass; Wiley Publishing; 2005</a:t>
            </a:r>
          </a:p>
          <a:p>
            <a:r>
              <a:rPr lang="en-US" sz="1600" dirty="0"/>
              <a:t>8. XML in a Nutshell, 3/E; </a:t>
            </a:r>
            <a:r>
              <a:rPr lang="en-US" sz="1600" dirty="0" err="1"/>
              <a:t>Elliotte</a:t>
            </a:r>
            <a:r>
              <a:rPr lang="en-US" sz="1600" dirty="0"/>
              <a:t> Rusty Harold and W. Scott Means; O'Reilly Media; 2004</a:t>
            </a:r>
            <a:endParaRPr lang="en-FI" sz="1600" dirty="0"/>
          </a:p>
        </p:txBody>
      </p:sp>
    </p:spTree>
    <p:extLst>
      <p:ext uri="{BB962C8B-B14F-4D97-AF65-F5344CB8AC3E}">
        <p14:creationId xmlns:p14="http://schemas.microsoft.com/office/powerpoint/2010/main" val="324850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517442" y="1088514"/>
            <a:ext cx="5933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https://www.w3schools.com/js/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https://www.springboard.com/blog/history-of-javascript/</a:t>
            </a:r>
            <a:endParaRPr lang="en-US" dirty="0"/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427273850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A738DD7176B04DB0A7A860E99B23CF" ma:contentTypeVersion="7" ma:contentTypeDescription="Create a new document." ma:contentTypeScope="" ma:versionID="83778c5113f2ac73ed960537e13eab52">
  <xsd:schema xmlns:xsd="http://www.w3.org/2001/XMLSchema" xmlns:xs="http://www.w3.org/2001/XMLSchema" xmlns:p="http://schemas.microsoft.com/office/2006/metadata/properties" xmlns:ns2="e89bd651-a027-450b-961b-5fe5ec8507fb" targetNamespace="http://schemas.microsoft.com/office/2006/metadata/properties" ma:root="true" ma:fieldsID="97bf77adaf3e1d07a0d4e04d28f981fb" ns2:_="">
    <xsd:import namespace="e89bd651-a027-450b-961b-5fe5ec8507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9bd651-a027-450b-961b-5fe5ec8507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44C19DB-111F-4AFC-A26C-003DC502C291}"/>
</file>

<file path=customXml/itemProps2.xml><?xml version="1.0" encoding="utf-8"?>
<ds:datastoreItem xmlns:ds="http://schemas.openxmlformats.org/officeDocument/2006/customXml" ds:itemID="{1CEBB641-C17D-4191-A82D-03BDC33D9511}"/>
</file>

<file path=customXml/itemProps3.xml><?xml version="1.0" encoding="utf-8"?>
<ds:datastoreItem xmlns:ds="http://schemas.openxmlformats.org/officeDocument/2006/customXml" ds:itemID="{D6358188-9A94-4DF7-9602-0A80986DEC70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323</TotalTime>
  <Words>427</Words>
  <Application>Microsoft Office PowerPoint</Application>
  <PresentationFormat>On-screen Show (4:3)</PresentationFormat>
  <Paragraphs>74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Corbel</vt:lpstr>
      <vt:lpstr>Wingdings</vt:lpstr>
      <vt:lpstr>Spectrum</vt:lpstr>
      <vt:lpstr>JS Method and Properties in HTML</vt:lpstr>
      <vt:lpstr>Lecture Outline</vt:lpstr>
      <vt:lpstr>JS Methods and Properties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Sazzad Hossain</cp:lastModifiedBy>
  <cp:revision>12</cp:revision>
  <dcterms:created xsi:type="dcterms:W3CDTF">2018-12-10T17:20:29Z</dcterms:created>
  <dcterms:modified xsi:type="dcterms:W3CDTF">2022-05-24T14:56:23Z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0x0101006BA738DD7176B04DB0A7A860E99B23CF</vt:lpwstr>
  </property>
</Properties>
</file>