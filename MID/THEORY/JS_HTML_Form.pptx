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 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en-FI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FI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2FE109-E1D7-46D4-9731-EA8E5F8CAEE9}"/>
</file>

<file path=customXml/itemProps2.xml><?xml version="1.0" encoding="utf-8"?>
<ds:datastoreItem xmlns:ds="http://schemas.openxmlformats.org/officeDocument/2006/customXml" ds:itemID="{38439E00-76E9-4FFB-A3E5-FB6F1873934C}"/>
</file>

<file path=customXml/itemProps3.xml><?xml version="1.0" encoding="utf-8"?>
<ds:datastoreItem xmlns:ds="http://schemas.openxmlformats.org/officeDocument/2006/customXml" ds:itemID="{48536387-CE43-41F9-BF59-069E538B0C4D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324</TotalTime>
  <Words>1625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13</cp:revision>
  <dcterms:created xsi:type="dcterms:W3CDTF">2018-12-10T17:20:29Z</dcterms:created>
  <dcterms:modified xsi:type="dcterms:W3CDTF">2022-05-24T14:55:49Z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